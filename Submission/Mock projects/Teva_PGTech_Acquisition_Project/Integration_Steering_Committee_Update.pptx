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MERIDIAN STRATEGY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Mergers, Acquisitions &amp; Integration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PGTech Integration — Steering Committee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Calibri"/>
              </a:rPr>
              <a:t>Progress Against Day-1 / Day-100 Integration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October 2026 — Monthly Steering Committee Meeting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This document contains fictional placeholder content prepared for internal project simulation purposes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•  Deal timeline recap and closing status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•  Due diligence findings — key updates since last review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•  Synergy model refresh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•  Post-merger org design — status and decisions needed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•  Key talent retention — status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•  Risks and open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Deal Timeline &amp; Closing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11680"/>
                <a:gridCol w="23774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Target Date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NDA executed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May 18,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Due diligence complete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Sept 5, 2026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Share Purchase Agreement 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Sept 14,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Israeli Competition Authority filing submitted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Sept 21, 2026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Regulatory clearance (expected)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Nov 10,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On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Closing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Nov 30, 2026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On Track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Day-100 milestone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Mar 10,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Synergy Model —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Total annual run-rate synergies (Year 3) estimated at USD 4.76M, in line with the Phase 2 model.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One-time integration costs revised slightly upward to USD 2.93M (Year 1) after IT migration scoping.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Estimated payback period: approximately 7.4 months from full run-rate.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29184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Year 3 (Run-Rate)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Revenue Synergies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$400K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$3.6M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Cost Synergies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$440K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$1.16M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One-Time Integration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$2.93M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Post-Merger Org Design —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Noam Bar-Lev confirmed for new VP, Digital Health Products role — offer accepted Sept 20, 2026.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PGTech engineering (14 FTE), clinical/regulatory (4 FTE), and customer success (6 FTE) teams to be retained intact.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Finance (3 FTE) and HR (2 FTE) shared-services absorption plan drafted — 5 roles flagged at risk of redundancy, consultation process to begin post-Closing per Israeli labor law.</a:t>
            </a:r>
          </a:p>
          <a:p>
            <a:pPr>
              <a:spcAft>
                <a:spcPts val="800"/>
              </a:spcAft>
              <a:defRPr sz="1400">
                <a:solidFill>
                  <a:srgbClr val="262626"/>
                </a:solidFill>
              </a:defRPr>
            </a:pPr>
            <a:r>
              <a:t>•  Decision needed from Steering Committee: timing of Finance/HR consolidation (Month 3 vs. Month 4 proposal).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Talent Retention —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8046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Individual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Retention Grant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Noam Bar-Lev (CEO)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$1.8M / 24-mo vest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Dana Levi (CTO)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$1.4M / 24-mo vest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Signed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Yael Ashkenazi (Clinical/Reg.)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$420K / 18-mo vest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In Negotiation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Omer Peretz (Lead Backend Eng.)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$380K / 18-mo vest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In Negotiation — flight risk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Tal Shapira (Customer Success)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$260K / 12-mo vest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0000"/>
                </a:solidFill>
                <a:latin typeface="Calibri"/>
              </a:rPr>
              <a:t>Note: Omer Peretz has received two competing offers during the diligence period; HR recommends accelerating his retention conversation ahead of Closing.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Risks &amp; Open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8046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194560"/>
                <a:gridCol w="146304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Risk / Open Item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Key engineer (Omer Peretz) retention not yet finalized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HR / Ilana Rosen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ICA regulatory clearance timeline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Legal (Ronit Sagi)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Finance/HR shared-services consolidation timing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Steering Committee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Customer data migration plan for PGTech CRM to Teva systems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IT / Platform Eng.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Day-1 communications plan for PGTech customers and payers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Corp Comms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Confidential — Meridian Strategy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•  Finalize Omer Peretz retention agreement by October 31, 2026.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•  Confirm regulatory clearance status with ICA counsel — update expected early November.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•  Steering Committee decision on Finance/HR consolidation timing at November meeting.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•  Begin Day-1 readiness checklist walkthrough at next Steering Committee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