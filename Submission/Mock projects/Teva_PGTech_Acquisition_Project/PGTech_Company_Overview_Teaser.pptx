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MERIDIAN STRATEGY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Mergers, Acquisitions &amp; Integration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PGTech Health Solutions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Calibri"/>
              </a:rPr>
              <a:t>Company Overview — Prepared for Teva Corporate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Confidential —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This document contains fictional placeholder content prepared for internal project simulation purposes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Confidential — Meridian Strategy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Company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Confidential — Meridian Strategy Partners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8046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3035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Founded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2019, Herzliya, Israel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Founders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Noam Bar-Lev (CEO), Dana Levi (CTO)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Employees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~45 FTE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Remote patient monitoring (RPM) platform + wearable sensor kits for chronic disease management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FY2025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USD 6.8M (Actual)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FY2026 Revenue (Forecast)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USD 9.96M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Funding to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USD 18.4M (Seed, Series A, Series B + bridge note)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Product &amp; Market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Confidential — Meridian Strategy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Cloud-based RPM platform paired with a proprietary wearable sensor kit, targeting chronic disease management (cardiac, diabetes, COPD).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SaaS licensing model sold to health payers and provider networks; hardware sold as a complementary device bundle.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48% of FY2025 revenue concentrated in 3 payer customers — a key diligence flag.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Differentiated by clinical-grade data accuracy and integration with existing EHR systems used by Israeli HMOs.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Competes primarily with two other Israeli digital-health RPM vendors and several international entrants.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Financial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Confidential — Meridian Strategy Partners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764792"/>
                <a:gridCol w="1764792"/>
                <a:gridCol w="1773936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FY2024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FY2025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FY2026 (F)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Revenue (USD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EBITDA (USD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-0.9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Net Income (USD M)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-0.28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FY2025 marked PGTech's first profitable year, driven by SaaS revenue scale and improving gross margin.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Strategic Rationale for Teva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Confidential — Meridian Strategy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Accelerates Teva's entry into connected, outcomes-based care beyond traditional pharmaceuticals.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PGTech's payer relationships complement Teva's existing chronic-disease drug portfolio, enabling bundled offerings.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Acquiring an established, profitable platform is faster and lower-risk than building in-house RPM capability.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Founding team and engineering org provide a ready-made digital health center of excellence within Teva.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Estimated USD 4.76M in annual run-rate synergies by Year 3 (see Merger Cost &amp; Synergy Model).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Key Diligence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Confidential — Meridian Strategy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Customer concentration: top 3 payers represent ~48% of FY2025 revenue — recommend confirmatory contract review.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Key-person dependency on founders and 2-3 senior engineers — retention plan required as a closing condition.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Convertible bridge note (USD 1.5M, Q1 2026) requires resolution at or before Closing.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Regulatory: platform classified as medical device software in select markets — confirm compliance status prior to signing.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