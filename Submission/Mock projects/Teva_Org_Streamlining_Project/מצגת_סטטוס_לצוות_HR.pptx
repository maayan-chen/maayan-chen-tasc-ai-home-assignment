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182055"/>
          </a:solidFill>
          <a:ln/>
        </p:spPr>
      </p:sp>
      <p:sp>
        <p:nvSpPr>
          <p:cNvPr id="3" name="Text 1"/>
          <p:cNvSpPr/>
          <p:nvPr/>
        </p:nvSpPr>
        <p:spPr>
          <a:xfrm>
            <a:off x="576072" y="2148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עדכון סטטוס לצוות משאבי אנוש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76072" y="2971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ייעול ארגוני — מחלקת כספים, מטה טבע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76072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Strategy Partners  |  סודי  |  10 בספטמבר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072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8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 דמה בדיוניים — לצורך סימולציית פרויקט בלבד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ומטרות הפרויקט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149840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1498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ממצאי אבחון המצב הקיים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14984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1498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השפעה צפויה על צוות משאבי אנוש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4984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0690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זמנים לתקשורת ולשימוע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14984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14984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ותשובות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הפרויקט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ייעול ארגוני — מחלקת כספים במטה  |  אוגוסט–נובמבר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55448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עובדים בהיקף הפרויקט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651760" cy="155448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83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טווח שליטה ממוצע (נוכחי)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51760" cy="155448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783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תתי-מחלקות שנבדקו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45920"/>
            <a:ext cx="2651760" cy="155448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783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שבועות עד להמלצה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לעצב מבנה ארגוני עתידי, ברור וישים, למחלקת הכספים במטה, אשר משפר את טווח השליטה, מסיר כפילויות תפקידים ומצמצם עלות שכר — תוך ניהול סיכוני יחסי עבודה.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ממצאי האבחון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332720" y="14173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טווח שליטה נמוך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תפקידי "מנהל בכיר" כוללים 2–3 כפיפים בלבד, לעומת בנצ'מרק מקובל של 5–7.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332720" y="25603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חפיפה בין תתי-צוותים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98648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צוותי "הנהלת חשבונות כללית" ו"דיווח סטטוטורי" בבקרה הכספית מבצעים עבודת התאמות דומה.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332720" y="37033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ריכוז תפקידים זוטרים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041648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מתוך 25 תפקידים הינם ברמת אנליסט I/II עם ותק של פחות משנתיים.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332720" y="48463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006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לא אחיד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184648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תפקידים בעלי היקף דומה (כספי רכש מול תכנון ותקצוב) משובצים בדרגות שונות עבור עבודה דומה.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השפעה צפויה על צוות משאבי אנוש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651760"/>
                <a:gridCol w="2103120"/>
                <a:gridCol w="21031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תחום פעילות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אחראי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מועד יעד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סטטוס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הכנת מכתבי הודעה מוקדמת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רונית לוי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05.10.2026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בתהליך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תיאום מול הייעוץ המשפטי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רונית לוי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12.09.2026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הושלם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הכנת ערכת תקשורת לעובדים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מעיין חן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20.10.2026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בתהליך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מיפוי תפקידים חלופיים לעובדים מושפעים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 כץ / רונית לוי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15.10.2026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טרם החל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 דמה בדיוניים — לצורך סימולציית פרויקט בלבד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זמנים לתקשורת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6072" y="1554480"/>
            <a:ext cx="2606040" cy="3291840"/>
          </a:xfrm>
          <a:prstGeom prst="rect">
            <a:avLst/>
          </a:prstGeom>
          <a:solidFill>
            <a:srgbClr val="182055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737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ספטמבר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ועדת היגוי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8346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סופי של תרחיש "איחוד מתון"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1554480"/>
            <a:ext cx="2606040" cy="3291840"/>
          </a:xfrm>
          <a:prstGeom prst="rect">
            <a:avLst/>
          </a:prstGeom>
          <a:solidFill>
            <a:srgbClr val="22307A"/>
          </a:solidFill>
          <a:ln/>
        </p:spPr>
      </p:sp>
      <p:sp>
        <p:nvSpPr>
          <p:cNvPr id="8" name="Text 6"/>
          <p:cNvSpPr/>
          <p:nvPr/>
        </p:nvSpPr>
        <p:spPr>
          <a:xfrm>
            <a:off x="3456432" y="1737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אוקטובר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56432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שימוע והודעה מוקדמת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56432" y="28346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שימוע פרטני בהתאם לחוק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62472" y="1554480"/>
            <a:ext cx="2606040" cy="3291840"/>
          </a:xfrm>
          <a:prstGeom prst="rect">
            <a:avLst/>
          </a:prstGeom>
          <a:solidFill>
            <a:srgbClr val="182055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1737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אוקטובר-נובמבר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9632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מעברי תפקידים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99632" y="28346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שיבוץ עובדים בתפקידים המאוחדים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05672" y="1554480"/>
            <a:ext cx="2606040" cy="3291840"/>
          </a:xfrm>
          <a:prstGeom prst="rect">
            <a:avLst/>
          </a:prstGeom>
          <a:solidFill>
            <a:srgbClr val="22307A"/>
          </a:solidFill>
          <a:ln/>
        </p:spPr>
      </p:sp>
      <p:sp>
        <p:nvSpPr>
          <p:cNvPr id="16" name="Text 14"/>
          <p:cNvSpPr/>
          <p:nvPr/>
        </p:nvSpPr>
        <p:spPr>
          <a:xfrm>
            <a:off x="8942832" y="1737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נובמבר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42832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ארגונית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42832" y="28346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הצגת המבנה הארגוני החדש לכלל הצוות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סודי — Meridian Strategy Partners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2026-08-20T11:53:40Z</dcterms:created>
  <dcterms:modified xsi:type="dcterms:W3CDTF">2026-08-20T11:53:40Z</dcterms:modified>
</cp:coreProperties>
</file>