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1820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HQ FINANCE ORGANIZATIONAL STREAMLINING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Steering Committee Update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Strategy Partners  |  Confidential  |  September 30,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placeholder data — internal project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recap &amp; 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diagnostic findings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Future-state scenario comparison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0690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financial impact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937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&amp; next steps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Finance Organizational Streamlining  |  Aug–Nov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55448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in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651760" cy="155448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83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span of control (current)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51760" cy="155448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783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Sub-functions reviewed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45920"/>
            <a:ext cx="2651760" cy="155448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783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recommendation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implementation-ready future-state organization for HQ Finance that improves span of control, removes role redundancy, and reduces payroll cost while managing employee relations risk.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71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spans of control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7556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Senior Manager roles carry 2–3 direct reports versus an 5–7 benchmark, adding management layers without added 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14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sub-teams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8986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Controllership's General Ledger and Statutory Reporting teams perform duplicative reconciliation 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57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Junior-heavy analyst pool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40416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25 roles are Analyst I/II level with less than 2 years tenure, indicating room for role consolidation.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800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grading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51846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Similar-scope roles (e.g., Procurement Finance Analyst vs. FP&amp;A Analyst) sit at different grade levels for comparable work.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Future-State Scenario Comparison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87752"/>
                <a:gridCol w="2587752"/>
                <a:gridCol w="25877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Aggressive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Span of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Annual Savings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~₪2.4M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~₪4.7M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Relations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to Implement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placeholder figures for project simulation purposes.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371600"/>
          </a:xfrm>
          <a:prstGeom prst="rect">
            <a:avLst/>
          </a:prstGeom>
          <a:solidFill>
            <a:srgbClr val="18205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Scenario B — Moderate Consolidation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~11% payroll cost reduction against employee relations risk and implementation complexity, within a manageable 4-month timeline.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₪2.4M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run-rate savings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32004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₪0.85M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97680" y="3886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severance cost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32004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mo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955280" y="3886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Steering Committee approval to proceed to consultation phase per Section 5 of the Project Charter.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3291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Consultation &amp; Notice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consultation with affected employees per Israeli labor law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0" y="2651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9748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Oct–Nov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1488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Transitions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Reassignment and onboarding into consolidated roles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0" y="2651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97480" cy="32918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1488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8346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All-hands briefing and updated org chart rollout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869680" y="2651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69748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1737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9720" y="21488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28346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30/60/90-day check-ins, span of control re-validation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Meridian Strategy Partners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2026-08-20T11:52:36Z</dcterms:created>
  <dcterms:modified xsi:type="dcterms:W3CDTF">2026-08-20T11:52:36Z</dcterms:modified>
</cp:coreProperties>
</file>